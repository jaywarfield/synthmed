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57" r:id="rId3"/>
    <p:sldId id="258" r:id="rId4"/>
    <p:sldId id="259" r:id="rId5"/>
    <p:sldId id="260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68"/>
  </p:normalViewPr>
  <p:slideViewPr>
    <p:cSldViewPr snapToGrid="0">
      <p:cViewPr varScale="1">
        <p:scale>
          <a:sx n="105" d="100"/>
          <a:sy n="105" d="100"/>
        </p:scale>
        <p:origin x="13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77FAD-F4BD-E84C-0A1E-FA2204B5B3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F6C700-14B1-F6F0-4411-64399630D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F1C65-DA23-A406-98B6-E998E326B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D9F31-F089-777E-CF33-0CED9DB00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AFA95-38FB-733E-FE43-0DB6C2F83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558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59082-2B5F-F7F2-0877-0658BD96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A2E63-51B2-686C-E9D5-F30C245A5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A27F2-2DA3-3F71-35DD-B75E1628A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55F3C-40CB-E5A7-3D2D-A2EFAD54E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5732C-0ECC-7460-2EF0-6010CD0E0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60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6B6DD-CC1B-0DBA-7CFA-6AA4FD9E1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E8F7A-A259-61C7-7B31-A2065560BE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A942D-23A8-F264-2A84-C65AD7416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22D6B-672C-E111-2188-8DAD919D9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9FB38-0903-33F2-EF30-6ADBB124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12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6A357-32B1-9265-67F8-77FC3B3DA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9D9BC-E127-A73C-E30E-138BE7F5B9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134F3A-2C1C-55A1-E5A1-B292CF8B10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66C0B7-694F-D2F3-06FF-D78C94C42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089D8F-CD97-C256-D251-EB546AE7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E9E0B-7ABA-5A3B-7124-0DAE2B636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1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FEFA-6DCC-C622-8CDE-2E3D16EE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5EBF98-CE32-99E8-12B4-5D385D74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1191D-C12F-7F2E-7C20-175660329E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94D27D-AC39-49E0-093B-39B1291667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3A9396-A25A-6CC7-A32D-D789A73FF9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15E3A-96A3-3B52-41D1-C437AB51A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8F4AAD-7FAB-2373-5952-51594A37D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32CBAA-3193-151D-D1A5-9DAFFE85F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7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9F1D3-402B-1784-5508-77206CBCF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0ABC5C-2564-7559-AC46-5F530E2B3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9BEC8-24C7-BC17-1B83-622B0D4FE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B29054-E72B-3221-E0D8-D2B472FFA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847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251F9E-63EF-5182-B81F-BA7976362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54D309-C5A7-CFF3-DA9A-D70DF5CC6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483673-D753-4199-00BB-CCA0ACABC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031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5C0A-3EED-F367-3571-49D58C648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0E1B7-76E3-A550-78C0-E49761944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E5AA7F-F563-ED02-EE0F-2BF397C15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D88E0-6150-2DB4-8D24-7AB8F3B07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A15E7E-F660-045F-74C1-99AAF9A50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26D0C-AEB7-FFC4-6237-2B9FAFCB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34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5F0E9-6734-BBF0-89A4-6BB925375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ED3729-5A2B-61DE-106E-8FB65D905C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C1A3A-77D2-B82C-72CB-720AF72C0C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2D206-D69D-4D9E-45B5-1746F8ADB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D0FD27-65D9-9077-6EED-72115EAC3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FC662-B692-8E68-D892-979B50ECD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88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5770-572E-79B1-B664-23634365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B39534-E4D1-3544-E3F9-BA384B311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21A87-F0B0-61E4-E132-5EB5D0C3D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83FB1-2787-320E-A9A3-A122F83A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0759A-5429-6FC3-E918-2CAD36090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36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A799C2-7276-A42B-5208-B540FA15DA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D29DB-363C-D453-2A2E-8D9908C72A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86864-FE02-D3CD-D471-C779B64FB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066254-DD60-9C1C-91D6-ECA16D302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1B221-F88B-847A-8E44-046CA31B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765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9469F5-D098-F234-A0BB-A308E7AD1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AC615-8D1A-10A3-BB7C-E5665E03D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2AD6F-D41D-F8F4-5798-BFC1477B1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9D9FDE-B8FB-9348-A137-E76A3DEA45EB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B704E-0300-3985-1DC5-3BF5285C7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0C9D1-DD29-D843-8FE5-87FC4FCAB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2F12A4-6966-434A-8442-5D81D8AB1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3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29AB6-7089-D703-3E61-C71AC110C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4743" y="2795954"/>
            <a:ext cx="8502513" cy="2778369"/>
          </a:xfrm>
        </p:spPr>
        <p:txBody>
          <a:bodyPr>
            <a:normAutofit fontScale="90000"/>
          </a:bodyPr>
          <a:lstStyle/>
          <a:p>
            <a:r>
              <a:rPr lang="en-US" dirty="0"/>
              <a:t>                             </a:t>
            </a:r>
            <a:r>
              <a:rPr lang="en-US" sz="5400" dirty="0" err="1"/>
              <a:t>SynthMed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/>
              <a:t>	Enterprise Design Thinking</a:t>
            </a:r>
            <a:br>
              <a:rPr lang="en-US" sz="5400" dirty="0"/>
            </a:br>
            <a:r>
              <a:rPr lang="en-US" dirty="0"/>
              <a:t>           </a:t>
            </a:r>
            <a:r>
              <a:rPr lang="en-US" sz="3200" dirty="0"/>
              <a:t>AI Agent for Medical Research Synthesis</a:t>
            </a:r>
            <a:br>
              <a:rPr lang="en-US" sz="3200" dirty="0"/>
            </a:br>
            <a:r>
              <a:rPr lang="en-US" dirty="0"/>
              <a:t>                      </a:t>
            </a:r>
            <a:r>
              <a:rPr lang="en-US" sz="2400" dirty="0"/>
              <a:t>powered by IBM </a:t>
            </a:r>
            <a:r>
              <a:rPr lang="en-US" sz="2400" dirty="0" err="1"/>
              <a:t>watsonx</a:t>
            </a:r>
            <a:r>
              <a:rPr lang="en-US" sz="2400" dirty="0"/>
              <a:t> Orchestrate</a:t>
            </a:r>
          </a:p>
        </p:txBody>
      </p:sp>
      <p:pic>
        <p:nvPicPr>
          <p:cNvPr id="7" name="Picture 6" descr="A green and white logo&#10;&#10;AI-generated content may be incorrect.">
            <a:extLst>
              <a:ext uri="{FF2B5EF4-FFF2-40B4-BE49-F238E27FC236}">
                <a16:creationId xmlns:a16="http://schemas.microsoft.com/office/drawing/2014/main" id="{F46A6C98-EA79-E46B-A20F-637250E54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211" y="787889"/>
            <a:ext cx="1949578" cy="200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81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11EAEB-65BC-06B0-79E8-BAA26842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716" y="0"/>
            <a:ext cx="97005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319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8E6E1-48AD-C425-91CA-E1C11CB85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medical research&#10;&#10;AI-generated content may be incorrect.">
            <a:extLst>
              <a:ext uri="{FF2B5EF4-FFF2-40B4-BE49-F238E27FC236}">
                <a16:creationId xmlns:a16="http://schemas.microsoft.com/office/drawing/2014/main" id="{5B051777-C7F1-B835-56A3-0046CB314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5" y="0"/>
            <a:ext cx="118533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423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2ED0C-2358-FDD3-B428-684F0C111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yellow paper notes&#10;&#10;AI-generated content may be incorrect.">
            <a:extLst>
              <a:ext uri="{FF2B5EF4-FFF2-40B4-BE49-F238E27FC236}">
                <a16:creationId xmlns:a16="http://schemas.microsoft.com/office/drawing/2014/main" id="{8F3BA5CD-D8E2-DC99-6BE0-A86097EFD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3" y="0"/>
            <a:ext cx="11948694" cy="6734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40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ACB3-2EF9-A75B-438E-043701F5B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Yellow papers with text on them&#10;&#10;AI-generated content may be incorrect.">
            <a:extLst>
              <a:ext uri="{FF2B5EF4-FFF2-40B4-BE49-F238E27FC236}">
                <a16:creationId xmlns:a16="http://schemas.microsoft.com/office/drawing/2014/main" id="{C47ADFC6-9EE9-C229-2BF2-AD6CAC0DC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192" y="579543"/>
            <a:ext cx="10197615" cy="5698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322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98D2B-6F9D-50E0-E935-38D73F9A2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yellow paper notes&#10;&#10;AI-generated content may be incorrect.">
            <a:extLst>
              <a:ext uri="{FF2B5EF4-FFF2-40B4-BE49-F238E27FC236}">
                <a16:creationId xmlns:a16="http://schemas.microsoft.com/office/drawing/2014/main" id="{F093DE23-53BE-1FAE-5CDF-7A818307D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1" y="0"/>
            <a:ext cx="12133119" cy="6610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90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743DD-AEB4-284D-ED9C-67940D351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yellow paper notes&#10;&#10;AI-generated content may be incorrect.">
            <a:extLst>
              <a:ext uri="{FF2B5EF4-FFF2-40B4-BE49-F238E27FC236}">
                <a16:creationId xmlns:a16="http://schemas.microsoft.com/office/drawing/2014/main" id="{A4AA12A7-3447-5522-0DFB-8FB575F05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30" y="407850"/>
            <a:ext cx="10820339" cy="604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089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E91D6-6086-5A1E-543C-3272701A2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2AD89084-B15B-CD22-76D7-68FD2A439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269" y="353568"/>
            <a:ext cx="7772400" cy="440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41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</Words>
  <Application>Microsoft Macintosh PowerPoint</Application>
  <PresentationFormat>Widescreen</PresentationFormat>
  <Paragraphs>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                             SynthMed   Enterprise Design Thinking            AI Agent for Medical Research Synthesis                       powered by IBM watsonx Orchestrate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 Warfield</dc:creator>
  <cp:lastModifiedBy>Jay Warfield</cp:lastModifiedBy>
  <cp:revision>1</cp:revision>
  <dcterms:created xsi:type="dcterms:W3CDTF">2025-11-22T19:35:02Z</dcterms:created>
  <dcterms:modified xsi:type="dcterms:W3CDTF">2025-11-22T19:47:43Z</dcterms:modified>
</cp:coreProperties>
</file>