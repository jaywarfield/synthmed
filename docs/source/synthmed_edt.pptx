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7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36"/>
  </p:normalViewPr>
  <p:slideViewPr>
    <p:cSldViewPr snapToGrid="0">
      <p:cViewPr varScale="1">
        <p:scale>
          <a:sx n="70" d="100"/>
          <a:sy n="70" d="100"/>
        </p:scale>
        <p:origin x="7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7FAD-F4BD-E84C-0A1E-FA2204B5B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6C700-14B1-F6F0-4411-64399630D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F1C65-DA23-A406-98B6-E998E326B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D9F31-F089-777E-CF33-0CED9DB0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FA95-38FB-733E-FE43-0DB6C2F8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5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9082-2B5F-F7F2-0877-0658BD96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2E63-51B2-686C-E9D5-F30C245A5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27F2-2DA3-3F71-35DD-B75E1628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55F3C-40CB-E5A7-3D2D-A2EFAD54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5732C-0ECC-7460-2EF0-6010CD0E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B6DD-CC1B-0DBA-7CFA-6AA4FD9E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8F7A-A259-61C7-7B31-A2065560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A942D-23A8-F264-2A84-C65AD741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2D6B-672C-E111-2188-8DAD919D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9FB38-0903-33F2-EF30-6ADBB124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1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A357-32B1-9265-67F8-77FC3B3D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D9BC-E127-A73C-E30E-138BE7F5B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34F3A-2C1C-55A1-E5A1-B292CF8B1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6C0B7-694F-D2F3-06FF-D78C94C4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89D8F-CD97-C256-D251-EB546AE7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E9E0B-7ABA-5A3B-7124-0DAE2B63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FEFA-6DCC-C622-8CDE-2E3D16EE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EBF98-CE32-99E8-12B4-5D385D74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1191D-C12F-7F2E-7C20-175660329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4D27D-AC39-49E0-093B-39B129166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A9396-A25A-6CC7-A32D-D789A73FF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15E3A-96A3-3B52-41D1-C437AB51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F4AAD-7FAB-2373-5952-51594A37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2CBAA-3193-151D-D1A5-9DAFFE85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7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F1D3-402B-1784-5508-77206CBC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ABC5C-2564-7559-AC46-5F530E2B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9BEC8-24C7-BC17-1B83-622B0D4F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29054-E72B-3221-E0D8-D2B472FF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4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51F9E-63EF-5182-B81F-BA797636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4D309-C5A7-CFF3-DA9A-D70DF5CC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83673-D753-4199-00BB-CCA0ACAB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3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5C0A-3EED-F367-3571-49D58C64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0E1B7-76E3-A550-78C0-E4976194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5AA7F-F563-ED02-EE0F-2BF397C1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D88E0-6150-2DB4-8D24-7AB8F3B0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15E7E-F660-045F-74C1-99AAF9A5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26D0C-AEB7-FFC4-6237-2B9FAFCB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4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F0E9-6734-BBF0-89A4-6BB92537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D3729-5A2B-61DE-106E-8FB65D905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1A3A-77D2-B82C-72CB-720AF72C0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2D206-D69D-4D9E-45B5-1746F8AD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0FD27-65D9-9077-6EED-72115EAC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FC662-B692-8E68-D892-979B50EC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8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5770-572E-79B1-B664-23634365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39534-E4D1-3544-E3F9-BA384B311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21A87-F0B0-61E4-E132-5EB5D0C3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83FB1-2787-320E-A9A3-A122F83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0759A-5429-6FC3-E918-2CAD3609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3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799C2-7276-A42B-5208-B540FA15D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D29DB-363C-D453-2A2E-8D9908C7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6864-FE02-D3CD-D471-C779B64F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66254-DD60-9C1C-91D6-ECA16D302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1B221-F88B-847A-8E44-046CA31B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76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9469F5-D098-F234-A0BB-A308E7AD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C615-8D1A-10A3-BB7C-E5665E03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AD6F-D41D-F8F4-5798-BFC1477B1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D9FDE-B8FB-9348-A137-E76A3DEA45E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B704E-0300-3985-1DC5-3BF5285C7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C9D1-DD29-D843-8FE5-87FC4FCAB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F12A4-6966-434A-8442-5D81D8AB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9AB6-7089-D703-3E61-C71AC110C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743" y="2795954"/>
            <a:ext cx="8502513" cy="277836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</a:t>
            </a:r>
            <a:r>
              <a:rPr lang="en-US" sz="5400" dirty="0" err="1"/>
              <a:t>SynthMed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/>
              <a:t>	Enterprise Design Thinking</a:t>
            </a:r>
            <a:br>
              <a:rPr lang="en-US" sz="5400" dirty="0"/>
            </a:br>
            <a:r>
              <a:rPr lang="en-US" dirty="0"/>
              <a:t>           </a:t>
            </a:r>
            <a:r>
              <a:rPr lang="en-US" sz="3200" dirty="0"/>
              <a:t>AI Agent for Medical Research Synthesis</a:t>
            </a:r>
            <a:br>
              <a:rPr lang="en-US" sz="3200" dirty="0"/>
            </a:br>
            <a:r>
              <a:rPr lang="en-US" dirty="0"/>
              <a:t>                      </a:t>
            </a:r>
            <a:r>
              <a:rPr lang="en-US" sz="2400" dirty="0"/>
              <a:t>powered by IBM </a:t>
            </a:r>
            <a:r>
              <a:rPr lang="en-US" sz="2400" dirty="0" err="1"/>
              <a:t>watsonx</a:t>
            </a:r>
            <a:r>
              <a:rPr lang="en-US" sz="2400" dirty="0"/>
              <a:t> Orchestrate</a:t>
            </a:r>
          </a:p>
        </p:txBody>
      </p:sp>
      <p:pic>
        <p:nvPicPr>
          <p:cNvPr id="7" name="Picture 6" descr="A green and white logo&#10;&#10;AI-generated content may be incorrect.">
            <a:extLst>
              <a:ext uri="{FF2B5EF4-FFF2-40B4-BE49-F238E27FC236}">
                <a16:creationId xmlns:a16="http://schemas.microsoft.com/office/drawing/2014/main" id="{F46A6C98-EA79-E46B-A20F-637250E54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211" y="787889"/>
            <a:ext cx="1949578" cy="20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1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11EAEB-65BC-06B0-79E8-BAA26842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6" y="0"/>
            <a:ext cx="9700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1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E6E1-48AD-C425-91CA-E1C11CB85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medical research&#10;&#10;AI-generated content may be incorrect.">
            <a:extLst>
              <a:ext uri="{FF2B5EF4-FFF2-40B4-BE49-F238E27FC236}">
                <a16:creationId xmlns:a16="http://schemas.microsoft.com/office/drawing/2014/main" id="{5B051777-C7F1-B835-56A3-0046CB31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0"/>
            <a:ext cx="11853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4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ED0C-2358-FDD3-B428-684F0C11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yellow paper notes&#10;&#10;AI-generated content may be incorrect.">
            <a:extLst>
              <a:ext uri="{FF2B5EF4-FFF2-40B4-BE49-F238E27FC236}">
                <a16:creationId xmlns:a16="http://schemas.microsoft.com/office/drawing/2014/main" id="{8F3BA5CD-D8E2-DC99-6BE0-A86097EFD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3" y="0"/>
            <a:ext cx="11948694" cy="67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ACB3-2EF9-A75B-438E-043701F5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papers with text on them&#10;&#10;AI-generated content may be incorrect.">
            <a:extLst>
              <a:ext uri="{FF2B5EF4-FFF2-40B4-BE49-F238E27FC236}">
                <a16:creationId xmlns:a16="http://schemas.microsoft.com/office/drawing/2014/main" id="{C47ADFC6-9EE9-C229-2BF2-AD6CAC0D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92" y="579543"/>
            <a:ext cx="10197615" cy="56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2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8D2B-6F9D-50E0-E935-38D73F9A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yellow paper notes&#10;&#10;AI-generated content may be incorrect.">
            <a:extLst>
              <a:ext uri="{FF2B5EF4-FFF2-40B4-BE49-F238E27FC236}">
                <a16:creationId xmlns:a16="http://schemas.microsoft.com/office/drawing/2014/main" id="{F093DE23-53BE-1FAE-5CDF-7A818307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" y="0"/>
            <a:ext cx="12133119" cy="66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0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43DD-AEB4-284D-ED9C-67940D35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yellow paper notes&#10;&#10;AI-generated content may be incorrect.">
            <a:extLst>
              <a:ext uri="{FF2B5EF4-FFF2-40B4-BE49-F238E27FC236}">
                <a16:creationId xmlns:a16="http://schemas.microsoft.com/office/drawing/2014/main" id="{A4AA12A7-3447-5522-0DFB-8FB575F05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30" y="407850"/>
            <a:ext cx="10820339" cy="60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8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91D6-6086-5A1E-543C-3272701A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AD89084-B15B-CD22-76D7-68FD2A439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69" y="353568"/>
            <a:ext cx="7772400" cy="440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41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6934006-8C58-9C04-0DB3-7928A101D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88" y="607633"/>
            <a:ext cx="7161223" cy="61063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BE8EB1-306B-3C3F-19DF-754EEE2011A2}"/>
              </a:ext>
            </a:extLst>
          </p:cNvPr>
          <p:cNvSpPr txBox="1"/>
          <p:nvPr/>
        </p:nvSpPr>
        <p:spPr>
          <a:xfrm>
            <a:off x="4493513" y="144044"/>
            <a:ext cx="320497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" marR="0">
              <a:lnSpc>
                <a:spcPct val="115000"/>
              </a:lnSpc>
              <a:buNone/>
            </a:pPr>
            <a:r>
              <a:rPr lang="en-US" sz="1800" b="1" dirty="0" err="1">
                <a:solidFill>
                  <a:srgbClr val="535353"/>
                </a:solidFill>
                <a:effectLst/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rPr>
              <a:t>SynthMed</a:t>
            </a:r>
            <a:r>
              <a:rPr lang="en-US" sz="1800" b="1" dirty="0">
                <a:solidFill>
                  <a:srgbClr val="535353"/>
                </a:solidFill>
                <a:effectLst/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rPr>
              <a:t> Research Plan </a:t>
            </a:r>
            <a:endParaRPr lang="en-US" sz="9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780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19A9-902B-F244-3416-1E268690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1B3F8E0-6A7E-57AC-4FB8-835FC4871CAB}"/>
              </a:ext>
            </a:extLst>
          </p:cNvPr>
          <p:cNvSpPr txBox="1"/>
          <p:nvPr/>
        </p:nvSpPr>
        <p:spPr>
          <a:xfrm>
            <a:off x="3992990" y="180620"/>
            <a:ext cx="420601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" marR="0">
              <a:lnSpc>
                <a:spcPct val="115000"/>
              </a:lnSpc>
              <a:buNone/>
            </a:pPr>
            <a:r>
              <a:rPr lang="en-US" sz="1800" b="1" dirty="0" err="1">
                <a:solidFill>
                  <a:srgbClr val="535353"/>
                </a:solidFill>
                <a:effectLst/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rPr>
              <a:t>SynthMed</a:t>
            </a:r>
            <a:r>
              <a:rPr lang="en-US" sz="1800" b="1" dirty="0">
                <a:solidFill>
                  <a:srgbClr val="535353"/>
                </a:solidFill>
                <a:effectLst/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rPr>
              <a:t> Research Plan (continued) </a:t>
            </a:r>
            <a:endParaRPr lang="en-US" sz="9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Picture 2" descr="A document with text on it&#10;&#10;AI-generated content may be incorrect.">
            <a:extLst>
              <a:ext uri="{FF2B5EF4-FFF2-40B4-BE49-F238E27FC236}">
                <a16:creationId xmlns:a16="http://schemas.microsoft.com/office/drawing/2014/main" id="{171D0626-6EBC-D694-2CED-C491C7AC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363" y="653405"/>
            <a:ext cx="4633273" cy="60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39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</Words>
  <Application>Microsoft Macintosh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IBM Plex Sans</vt:lpstr>
      <vt:lpstr>Office Theme</vt:lpstr>
      <vt:lpstr>                             SynthMed   Enterprise Design Thinking            AI Agent for Medical Research Synthesis                       powered by IBM watsonx Orchestrate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Warfield</dc:creator>
  <cp:lastModifiedBy>Jay Warfield</cp:lastModifiedBy>
  <cp:revision>2</cp:revision>
  <dcterms:created xsi:type="dcterms:W3CDTF">2025-11-22T19:35:02Z</dcterms:created>
  <dcterms:modified xsi:type="dcterms:W3CDTF">2025-11-24T17:20:01Z</dcterms:modified>
</cp:coreProperties>
</file>